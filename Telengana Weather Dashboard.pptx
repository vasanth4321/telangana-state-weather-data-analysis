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63" d="100"/>
          <a:sy n="63" d="100"/>
        </p:scale>
        <p:origin x="52" y="4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BCDE5-8789-43C5-96F7-FF3E0455A3D4}" type="datetimeFigureOut">
              <a:rPr lang="en-IN" smtClean="0"/>
              <a:t>26-12-2025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01D033-4EB6-41AD-BA40-F46CC2577A25}" type="slidenum">
              <a:rPr lang="en-IN" smtClean="0"/>
              <a:t>‹#›</a:t>
            </a:fld>
            <a:endParaRPr lang="en-IN"/>
          </a:p>
        </p:txBody>
      </p:sp>
    </p:spTree>
    <p:extLst>
      <p:ext uri="{BB962C8B-B14F-4D97-AF65-F5344CB8AC3E}">
        <p14:creationId xmlns:p14="http://schemas.microsoft.com/office/powerpoint/2010/main" val="3052811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Average of Rainfall (mm) by District</a:t>
            </a:r>
            <a:endParaRPr dirty="0"/>
          </a:p>
          <a:p>
            <a:r>
              <a:rPr b="0" dirty="0"/>
              <a:t>No alt text provided</a:t>
            </a:r>
            <a:endParaRPr dirty="0"/>
          </a:p>
          <a:p>
            <a:endParaRPr dirty="0"/>
          </a:p>
          <a:p>
            <a:r>
              <a:rPr b="1" dirty="0"/>
              <a:t> Average Rainfall Distribution Over the Years (mm)</a:t>
            </a:r>
            <a:endParaRPr dirty="0"/>
          </a:p>
          <a:p>
            <a:r>
              <a:rPr b="0" dirty="0"/>
              <a:t>No alt text provided</a:t>
            </a:r>
            <a:endParaRPr dirty="0"/>
          </a:p>
          <a:p>
            <a:endParaRPr dirty="0"/>
          </a:p>
          <a:p>
            <a:r>
              <a:rPr b="1" dirty="0"/>
              <a:t>DSlicer</a:t>
            </a:r>
            <a:endParaRPr dirty="0"/>
          </a:p>
          <a:p>
            <a:r>
              <a:rPr b="0" dirty="0"/>
              <a:t>No alt text provided</a:t>
            </a:r>
            <a:endParaRPr dirty="0"/>
          </a:p>
          <a:p>
            <a:endParaRPr dirty="0"/>
          </a:p>
          <a:p>
            <a:r>
              <a:rPr b="1" dirty="0"/>
              <a:t>Mandal Slicer</a:t>
            </a:r>
            <a:endParaRPr dirty="0"/>
          </a:p>
          <a:p>
            <a:r>
              <a:rPr b="0" dirty="0"/>
              <a:t>No alt text provided</a:t>
            </a:r>
            <a:endParaRPr dirty="0"/>
          </a:p>
          <a:p>
            <a:endParaRPr dirty="0"/>
          </a:p>
          <a:p>
            <a:r>
              <a:rPr b="1" dirty="0"/>
              <a:t>Date Slicer</a:t>
            </a:r>
            <a:endParaRPr dirty="0"/>
          </a:p>
          <a:p>
            <a:r>
              <a:rPr b="0" dirty="0"/>
              <a:t>No alt text provided</a:t>
            </a:r>
            <a:endParaRPr dirty="0"/>
          </a:p>
          <a:p>
            <a:endParaRPr dirty="0"/>
          </a:p>
          <a:p>
            <a:r>
              <a:rPr b="1" dirty="0"/>
              <a:t>SeasonSlicer</a:t>
            </a:r>
            <a:endParaRPr dirty="0"/>
          </a:p>
          <a:p>
            <a:r>
              <a:rPr b="0" dirty="0"/>
              <a:t>No alt text provided</a:t>
            </a:r>
            <a:endParaRPr dirty="0"/>
          </a:p>
          <a:p>
            <a:endParaRPr dirty="0"/>
          </a:p>
          <a:p>
            <a:r>
              <a:rPr b="1" dirty="0"/>
              <a:t>Average Annual Rainfall by District</a:t>
            </a:r>
            <a:endParaRPr dirty="0"/>
          </a:p>
          <a:p>
            <a:r>
              <a:rPr b="0" dirty="0"/>
              <a:t>No alt text provided</a:t>
            </a:r>
            <a:endParaRPr dirty="0"/>
          </a:p>
          <a:p>
            <a:endParaRPr dirty="0"/>
          </a:p>
          <a:p>
            <a:r>
              <a:rPr b="1" dirty="0"/>
              <a:t>District-wise Seasonal Rainfall Summary</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logo</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District-wise Average Max and Min Temperatures (°C)</a:t>
            </a:r>
            <a:endParaRPr dirty="0"/>
          </a:p>
          <a:p>
            <a:r>
              <a:rPr b="0" dirty="0"/>
              <a:t>No alt text provided</a:t>
            </a:r>
            <a:endParaRPr dirty="0"/>
          </a:p>
          <a:p>
            <a:endParaRPr dirty="0"/>
          </a:p>
          <a:p>
            <a:r>
              <a:rPr b="1" dirty="0"/>
              <a:t>Average Maximum and Minimum Temperatures by Mandal and Season (°C)</a:t>
            </a:r>
            <a:endParaRPr dirty="0"/>
          </a:p>
          <a:p>
            <a:r>
              <a:rPr b="0" dirty="0"/>
              <a:t>No alt text provided</a:t>
            </a:r>
            <a:endParaRPr dirty="0"/>
          </a:p>
          <a:p>
            <a:endParaRPr dirty="0"/>
          </a:p>
          <a:p>
            <a:r>
              <a:rPr b="1" dirty="0"/>
              <a:t>Yearly Average Maximum and Minimum Temperatures (°C)</a:t>
            </a:r>
            <a:endParaRPr dirty="0"/>
          </a:p>
          <a:p>
            <a:r>
              <a:rPr b="0" dirty="0"/>
              <a:t>No alt text provided</a:t>
            </a:r>
            <a:endParaRPr dirty="0"/>
          </a:p>
          <a:p>
            <a:endParaRPr dirty="0"/>
          </a:p>
          <a:p>
            <a:r>
              <a:rPr b="1" dirty="0"/>
              <a:t>Max Temperature Observations by District (°C)</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logo</a:t>
            </a:r>
            <a:endParaRPr dirty="0"/>
          </a:p>
          <a:p>
            <a:r>
              <a:rPr b="0" dirty="0"/>
              <a:t>No alt text provided</a:t>
            </a:r>
            <a:endParaRPr dirty="0"/>
          </a:p>
          <a:p>
            <a:endParaRPr dirty="0"/>
          </a:p>
          <a:p>
            <a:r>
              <a:rPr b="1" dirty="0"/>
              <a:t>DSlicer</a:t>
            </a:r>
            <a:endParaRPr dirty="0"/>
          </a:p>
          <a:p>
            <a:r>
              <a:rPr b="0" dirty="0"/>
              <a:t>No alt text provided</a:t>
            </a:r>
            <a:endParaRPr dirty="0"/>
          </a:p>
          <a:p>
            <a:endParaRPr dirty="0"/>
          </a:p>
          <a:p>
            <a:r>
              <a:rPr b="1" dirty="0"/>
              <a:t>Mandal Slicer</a:t>
            </a:r>
            <a:endParaRPr dirty="0"/>
          </a:p>
          <a:p>
            <a:r>
              <a:rPr b="0" dirty="0"/>
              <a:t>No alt text provided</a:t>
            </a:r>
            <a:endParaRPr dirty="0"/>
          </a:p>
          <a:p>
            <a:endParaRPr dirty="0"/>
          </a:p>
          <a:p>
            <a:r>
              <a:rPr b="1" dirty="0"/>
              <a:t>Date Slicer</a:t>
            </a:r>
            <a:endParaRPr dirty="0"/>
          </a:p>
          <a:p>
            <a:r>
              <a:rPr b="0" dirty="0"/>
              <a:t>No alt text provided</a:t>
            </a:r>
            <a:endParaRPr dirty="0"/>
          </a:p>
          <a:p>
            <a:endParaRPr dirty="0"/>
          </a:p>
          <a:p>
            <a:r>
              <a:rPr b="1" dirty="0"/>
              <a:t>SeasonSlicer</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Average Humidity Levels by District</a:t>
            </a:r>
            <a:endParaRPr dirty="0"/>
          </a:p>
          <a:p>
            <a:r>
              <a:rPr b="0" dirty="0"/>
              <a:t>No alt text provided</a:t>
            </a:r>
            <a:endParaRPr dirty="0"/>
          </a:p>
          <a:p>
            <a:endParaRPr dirty="0"/>
          </a:p>
          <a:p>
            <a:r>
              <a:rPr b="1" dirty="0"/>
              <a:t>Average Max and Min Humidity by Year</a:t>
            </a:r>
            <a:endParaRPr dirty="0"/>
          </a:p>
          <a:p>
            <a:r>
              <a:rPr b="0" dirty="0"/>
              <a:t>No alt text provided</a:t>
            </a:r>
            <a:endParaRPr dirty="0"/>
          </a:p>
          <a:p>
            <a:endParaRPr dirty="0"/>
          </a:p>
          <a:p>
            <a:r>
              <a:rPr b="1" dirty="0"/>
              <a:t>Seasonal Humidity</a:t>
            </a:r>
            <a:endParaRPr dirty="0"/>
          </a:p>
          <a:p>
            <a:r>
              <a:rPr b="0" dirty="0"/>
              <a:t>No alt text provided</a:t>
            </a:r>
            <a:endParaRPr dirty="0"/>
          </a:p>
          <a:p>
            <a:endParaRPr dirty="0"/>
          </a:p>
          <a:p>
            <a:r>
              <a:rPr b="1" dirty="0"/>
              <a:t>Season-wise Max Humidity</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logo</a:t>
            </a:r>
            <a:endParaRPr dirty="0"/>
          </a:p>
          <a:p>
            <a:r>
              <a:rPr b="0" dirty="0"/>
              <a:t>No alt text provided</a:t>
            </a:r>
            <a:endParaRPr dirty="0"/>
          </a:p>
          <a:p>
            <a:endParaRPr dirty="0"/>
          </a:p>
          <a:p>
            <a:r>
              <a:rPr b="1" dirty="0"/>
              <a:t>DSlicer</a:t>
            </a:r>
            <a:endParaRPr dirty="0"/>
          </a:p>
          <a:p>
            <a:r>
              <a:rPr b="0" dirty="0"/>
              <a:t>No alt text provided</a:t>
            </a:r>
            <a:endParaRPr dirty="0"/>
          </a:p>
          <a:p>
            <a:endParaRPr dirty="0"/>
          </a:p>
          <a:p>
            <a:r>
              <a:rPr b="1" dirty="0"/>
              <a:t>Mandal Slicer</a:t>
            </a:r>
            <a:endParaRPr dirty="0"/>
          </a:p>
          <a:p>
            <a:r>
              <a:rPr b="0" dirty="0"/>
              <a:t>No alt text provided</a:t>
            </a:r>
            <a:endParaRPr dirty="0"/>
          </a:p>
          <a:p>
            <a:endParaRPr dirty="0"/>
          </a:p>
          <a:p>
            <a:r>
              <a:rPr b="1" dirty="0"/>
              <a:t>Date Slicer</a:t>
            </a:r>
            <a:endParaRPr dirty="0"/>
          </a:p>
          <a:p>
            <a:r>
              <a:rPr b="0" dirty="0"/>
              <a:t>No alt text provided</a:t>
            </a:r>
            <a:endParaRPr dirty="0"/>
          </a:p>
          <a:p>
            <a:endParaRPr dirty="0"/>
          </a:p>
          <a:p>
            <a:r>
              <a:rPr b="1" dirty="0"/>
              <a:t>SeasonSlicer</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Season-wise Average Wind Speeds (Kmph)</a:t>
            </a:r>
            <a:endParaRPr dirty="0"/>
          </a:p>
          <a:p>
            <a:r>
              <a:rPr b="0" dirty="0"/>
              <a:t>No alt text provided</a:t>
            </a:r>
            <a:endParaRPr dirty="0"/>
          </a:p>
          <a:p>
            <a:endParaRPr dirty="0"/>
          </a:p>
          <a:p>
            <a:r>
              <a:rPr b="1" dirty="0"/>
              <a:t>Average Wind Speeds Over the Years (Kmph)</a:t>
            </a:r>
            <a:endParaRPr dirty="0"/>
          </a:p>
          <a:p>
            <a:r>
              <a:rPr b="0" dirty="0"/>
              <a:t>No alt text provided</a:t>
            </a:r>
            <a:endParaRPr dirty="0"/>
          </a:p>
          <a:p>
            <a:endParaRPr dirty="0"/>
          </a:p>
          <a:p>
            <a:r>
              <a:rPr b="1" dirty="0"/>
              <a:t>District-wise Wind Speed Range by District</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SeasonSlicer</a:t>
            </a:r>
            <a:endParaRPr dirty="0"/>
          </a:p>
          <a:p>
            <a:r>
              <a:rPr b="0" dirty="0"/>
              <a:t>No alt text provided</a:t>
            </a:r>
            <a:endParaRPr dirty="0"/>
          </a:p>
          <a:p>
            <a:endParaRPr dirty="0"/>
          </a:p>
          <a:p>
            <a:r>
              <a:rPr b="1" dirty="0"/>
              <a:t>Date Slicer</a:t>
            </a:r>
            <a:endParaRPr dirty="0"/>
          </a:p>
          <a:p>
            <a:r>
              <a:rPr b="0" dirty="0"/>
              <a:t>No alt text provided</a:t>
            </a:r>
            <a:endParaRPr dirty="0"/>
          </a:p>
          <a:p>
            <a:endParaRPr dirty="0"/>
          </a:p>
          <a:p>
            <a:r>
              <a:rPr b="1" dirty="0"/>
              <a:t>Mandal Slicer</a:t>
            </a:r>
            <a:endParaRPr dirty="0"/>
          </a:p>
          <a:p>
            <a:r>
              <a:rPr b="0" dirty="0"/>
              <a:t>No alt text provided</a:t>
            </a:r>
            <a:endParaRPr dirty="0"/>
          </a:p>
          <a:p>
            <a:endParaRPr dirty="0"/>
          </a:p>
          <a:p>
            <a:r>
              <a:rPr b="1" dirty="0"/>
              <a:t>DSlicer</a:t>
            </a:r>
            <a:endParaRPr dirty="0"/>
          </a:p>
          <a:p>
            <a:r>
              <a:rPr b="0" dirty="0"/>
              <a:t>No alt text provided</a:t>
            </a:r>
            <a:endParaRPr dirty="0"/>
          </a:p>
          <a:p>
            <a:endParaRPr dirty="0"/>
          </a:p>
          <a:p>
            <a:r>
              <a:rPr b="1" dirty="0"/>
              <a:t>logo</a:t>
            </a:r>
            <a:endParaRPr dirty="0"/>
          </a:p>
          <a:p>
            <a:r>
              <a:rPr b="0" dirty="0"/>
              <a:t>No alt text provided</a:t>
            </a:r>
            <a:endParaRPr dirty="0"/>
          </a:p>
          <a:p>
            <a:endParaRPr dirty="0"/>
          </a:p>
          <a:p>
            <a:r>
              <a:rPr b="1" dirty="0"/>
              <a:t>Wind Speeds by Mandal (Kmph)</a:t>
            </a:r>
            <a:endParaRPr dirty="0"/>
          </a:p>
          <a:p>
            <a:r>
              <a:rPr b="0" dirty="0"/>
              <a:t>No alt text provided</a:t>
            </a:r>
            <a:endParaRPr dirty="0"/>
          </a:p>
          <a:p>
            <a:endParaRPr dirty="0"/>
          </a:p>
          <a:p>
            <a:r>
              <a:rPr b="1" dirty="0"/>
              <a:t>Wind Speeds by District (Kmph)</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12/26/2025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9c31f512-43fb-4e23-a0cd-79e58a54bb38?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9c31f512-43fb-4e23-a0cd-79e58a54bb38/?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9c31f512-43fb-4e23-a0cd-79e58a54bb38/?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9c31f512-43fb-4e23-a0cd-79e58a54bb38/?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9c31f512-43fb-4e23-a0cd-79e58a54bb38/?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err="1">
                <a:ln>
                  <a:noFill/>
                </a:ln>
                <a:solidFill>
                  <a:srgbClr val="F3C910"/>
                </a:solidFill>
                <a:effectLst/>
                <a:uLnTx/>
                <a:uFillTx/>
                <a:latin typeface="Segoe UI Light" charset="0"/>
                <a:ea typeface="Segoe UI Light" charset="0"/>
                <a:cs typeface="Segoe UI Light" charset="0"/>
              </a:rPr>
              <a:t>Telengana</a:t>
            </a:r>
            <a:r>
              <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rPr>
              <a:t> Weather Dashboard</a:t>
            </a: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2458460" cy="405384"/>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verage of Rainfall (mm) by District , Average Rainfall Distribution Over the Years (mm) ,DSlicer ,Mandal Slicer ,Date Slicer ,SeasonSlicer ,Average Annual Rainfall by District ,District-wise Seasonal Rainfall Summary ,donutChart ,logo ,card ,card ,card.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Rainfall Trends &amp; Distribution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District-wise Average Max and Min Temperatures (°C) ,Average Maximum and Minimum Temperatures by Mandal and Season (°C) ,Yearly Average Maximum and Minimum Temperatures (°C) ,Max Temperature Observations by District (°C) ,card ,card ,logo ,DSlicer ,Mandal Slicer ,Date Slicer ,Season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Temperature Dynamics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licer ,image ,slicer ,slicer ,slicer ,shape ,image ,Average Humidity Levels by District ,Average Max and Min Humidity by Year ,Seasonal Humidity ,Season-wise Max Humidity ,card ,card ,logo ,DSlicer ,Mandal Slicer ,Date Slicer ,Season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Humidity Trend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eason-wise Average Wind Speeds (Kmph) ,Average Wind Speeds Over the Years (Kmph) ,District-wise Wind Speed Range by District ,card ,card ,SeasonSlicer ,Date Slicer ,Mandal Slicer ,DSlicer ,logo ,Wind Speeds by Mandal (Kmph) ,Wind Speeds by District (Kmph).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Wind Speed Metrics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TotalTime>
  <Words>398</Words>
  <Application>Microsoft Office PowerPoint</Application>
  <PresentationFormat>Widescreen</PresentationFormat>
  <Paragraphs>164</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Segoe UI Light</vt:lpstr>
      <vt:lpstr>Custom Design</vt:lpstr>
      <vt:lpstr>Telengana Weather Dashboard</vt:lpstr>
      <vt:lpstr>Rainfall Trends &amp; Distribution</vt:lpstr>
      <vt:lpstr>Temperature Dynamics</vt:lpstr>
      <vt:lpstr>Humidity Trend Overview</vt:lpstr>
      <vt:lpstr>Wind Speed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HP</cp:lastModifiedBy>
  <cp:revision>5</cp:revision>
  <dcterms:created xsi:type="dcterms:W3CDTF">2016-09-04T11:54:55Z</dcterms:created>
  <dcterms:modified xsi:type="dcterms:W3CDTF">2025-12-26T09:50:24Z</dcterms:modified>
</cp:coreProperties>
</file>